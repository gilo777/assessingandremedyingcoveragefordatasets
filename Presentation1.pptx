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 varScale="1">
        <p:scale>
          <a:sx n="88" d="100"/>
          <a:sy n="88" d="100"/>
        </p:scale>
        <p:origin x="1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2E44-09DD-CEDE-168D-D43264FFDF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Assessing and Remedying Coverage For a Given </a:t>
            </a:r>
            <a:r>
              <a:rPr lang="en-US" dirty="0" err="1"/>
              <a:t>DataSet</a:t>
            </a:r>
            <a:r>
              <a:rPr lang="en-US" dirty="0"/>
              <a:t>  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97AFB-EC99-1C91-D0FA-59AFDEEA83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69130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96EC-A0DA-1A2B-E38E-ECFE2C18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defTabSz="457200" rtl="1" eaLnBrk="1" latinLnBrk="0" hangingPunct="1">
              <a:spcBef>
                <a:spcPct val="0"/>
              </a:spcBef>
              <a:buNone/>
            </a:pPr>
            <a:r>
              <a:rPr lang="he-IL" dirty="0"/>
              <a:t>הצגת המאמר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5F2C9-EB26-4FC5-1C8A-0BD8FDC18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7206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DD06-A851-E612-06FC-50175EFA0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הצגת אלגוריתמים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89CE2-7AB6-16F1-7270-6ECE9CE35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82958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F87B-B061-6773-8C29-3DD87F68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הצגת ניסויים ותוצאות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08501-2B5D-3437-469C-5C8B50789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67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27E2-18E8-85B9-FEBD-013F45FC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הצגת דאטה סט שלנו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AE81A-7F98-47E4-73CB-004657671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3837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C318-6BF8-16F4-DE0E-D4B9B9FB7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הצגת תוצאות שלנו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65465-7301-5D8D-E20D-D1D45CB04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789130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95</TotalTime>
  <Words>22</Words>
  <Application>Microsoft Macintosh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Assessing and Remedying Coverage For a Given DataSet  </vt:lpstr>
      <vt:lpstr>הצגת המאמר </vt:lpstr>
      <vt:lpstr>הצגת אלגוריתמים</vt:lpstr>
      <vt:lpstr>הצגת ניסויים ותוצאות </vt:lpstr>
      <vt:lpstr>הצגת דאטה סט שלנו </vt:lpstr>
      <vt:lpstr>הצגת תוצאות שלנו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גיל אמיר</dc:creator>
  <cp:lastModifiedBy>גיל אמיר</cp:lastModifiedBy>
  <cp:revision>1</cp:revision>
  <dcterms:created xsi:type="dcterms:W3CDTF">2026-05-07T16:40:11Z</dcterms:created>
  <dcterms:modified xsi:type="dcterms:W3CDTF">2026-05-07T18:15:43Z</dcterms:modified>
</cp:coreProperties>
</file>